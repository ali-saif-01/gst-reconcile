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GST Reconcile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2400"/>
            </a:pPr>
            <a:r>
              <a:t>From reconciliation to resolution.</a:t>
            </a:r>
            <a:br/>
            <a:br/>
            <a:r>
              <a:t>A supplier-action layer for GST reconciliation.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Purchase register + GST filing</a:t>
            </a:r>
            <a:br/>
            <a:r>
              <a:t>↓</a:t>
            </a:r>
            <a:br/>
            <a:r>
              <a:t>Reconciliation</a:t>
            </a:r>
            <a:br/>
            <a:r>
              <a:t>↓</a:t>
            </a:r>
            <a:br/>
            <a:r>
              <a:t>Exception spreadsheet</a:t>
            </a:r>
            <a:br/>
            <a:r>
              <a:t>↓</a:t>
            </a:r>
            <a:br/>
            <a:r>
              <a:t>Manual investigation</a:t>
            </a:r>
            <a:br/>
            <a:r>
              <a:t>↓</a:t>
            </a:r>
            <a:br/>
            <a:r>
              <a:t>Supplier follow-up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Purchase Register + GST Filing</a:t>
            </a:r>
            <a:br/>
            <a:r>
              <a:t>↓</a:t>
            </a:r>
            <a:br/>
            <a:r>
              <a:t>Deterministic reconciliation</a:t>
            </a:r>
            <a:br/>
            <a:r>
              <a:t>↓</a:t>
            </a:r>
            <a:br/>
            <a:r>
              <a:t>Exception classification</a:t>
            </a:r>
            <a:br/>
            <a:r>
              <a:t>↓</a:t>
            </a:r>
            <a:br/>
            <a:r>
              <a:t>Supplier Chase Queue</a:t>
            </a:r>
            <a:br/>
            <a:r>
              <a:t>↓</a:t>
            </a:r>
            <a:br/>
            <a:r>
              <a:t>Follow-up draft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Product +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Live MVP: Streamlit + Python/Pandas</a:t>
            </a:r>
            <a:br/>
            <a:br/>
            <a:r>
              <a:t>Target: SMB finance teams + accounting firms</a:t>
            </a:r>
            <a:br/>
            <a:br/>
            <a:r>
              <a:t>Pricing: validation hypothesis</a:t>
            </a:r>
            <a:br/>
            <a:br/>
            <a:r>
              <a:t>Human-in-the-loop for final financial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Automate repetitive comparison.</a:t>
            </a:r>
            <a:br/>
            <a:r>
              <a:t>Prioritize supplier action.</a:t>
            </a:r>
            <a:br/>
            <a:r>
              <a:t>Explain exceptions.</a:t>
            </a:r>
            <a:br/>
            <a:r>
              <a:t>Draft follow-ups.</a:t>
            </a:r>
            <a:br/>
            <a:br/>
            <a:r>
              <a:t>STOP RECONCILING. START RESOLVING.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